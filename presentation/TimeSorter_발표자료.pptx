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쌍 구성 (v5, 총 1,368쌍)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15968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onpolicy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모델이 실제 생성한 오답 (체인 154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refusal (거절 쌍)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비일정 입력 거절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1,368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pic>
        <p:nvPicPr>
          <p:cNvPr id="6" name="Picture 5" descr="chart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6651"/>
            <a:ext cx="7315200" cy="39162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371600"/>
            <a:ext cx="3931920" cy="4572000"/>
          </a:xfrm>
          <a:prstGeom prst="rect">
            <a:avLst/>
          </a:prstGeom>
          <a:solidFill>
            <a:srgbClr val="F4F6F8"/>
          </a:solidFill>
          <a:ln w="1905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508760"/>
            <a:ext cx="3611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D8452"/>
                </a:solidFill>
                <a:latin typeface="Noto Sans CJK KR"/>
              </a:rPr>
              <a:t>"0%"의 진실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no-FT 모델은 tasks를 ["문자열"]로 출력해 파싱 실패 → 스키마 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하지만 priority_order·scores는 정상 → id 재구성 후 내용만 채점하면:</a:t>
            </a:r>
          </a:p>
          <a:p>
            <a:pPr algn="l" lvl="1">
              <a:spcAft>
                <a:spcPts val="2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instruct 0% → 내용 43.3%</a:t>
            </a:r>
          </a:p>
          <a:p>
            <a:pPr algn="l" lvl="1">
              <a:spcAft>
                <a:spcPts val="6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base 16.7% → 내용 40.0%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•  추론 능력의 40%+ 는 이미 있었다 — 파인튜닝이 그것을 앱 규격으로 고정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•  FT 모델은 스키마=내용 (갭 없음)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①-b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no-FT 모델의 숨은 추론 능력 — 시나리오별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2D3D"/>
                </a:solidFill>
                <a:latin typeface="Noto Sans CJK KR"/>
              </a:rPr>
              <a:t>Qwen3.5-4B instruct (어댑터 없음) — 스키마 기준 전부 0%지만, 내용만 보면: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74519"/>
          <a:ext cx="11292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377440"/>
                <a:gridCol w="42519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스키마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내용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해석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5/5 (100%)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상대 날짜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4/4 (100%)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당일 시각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 (33%)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순서 추론 약함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혼재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0/9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2/9 (22%)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일정 처리 약함 (진짜 약점)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 (0%)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체인 능력 부재 (전 모델 공통)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1772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3659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파인튜닝이 한 일 = 두 종류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① 포맷 고정 (즉효) — 리스크·상대날짜는 내용 이미 100%, SFT는 규격만 고정해 0→100%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•  ② 진짜 추론 보강 — 날짜혼재(22→89%)·당일시각(33→100%)은 SFT가 실제 추론을 가르침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