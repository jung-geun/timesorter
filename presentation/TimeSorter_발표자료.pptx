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rejected 위반 유형 분포 (v5)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89120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전체 학습 커브</a:t>
            </a:r>
          </a:p>
        </p:txBody>
      </p:sp>
      <p:pic>
        <p:nvPicPr>
          <p:cNvPr id="6" name="Picture 5" descr="chart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967" y="1325880"/>
            <a:ext cx="926930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DPO v3(56.7%) → SFT v4(77.3%, +20.6%p) → Qwen3.5 업그레이드(90.0%, +12.7%p)</a:t>
            </a:r>
          </a:p>
          <a:p>
            <a:pPr algn="ctr">
              <a:spcBef>
                <a:spcPts val="2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골격 규칙 기반 자동 채점 (held-out, 무처리 통과율)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— Base / Instruct / SFT / DPO</a:t>
            </a:r>
          </a:p>
        </p:txBody>
      </p:sp>
      <p:pic>
        <p:nvPicPr>
          <p:cNvPr id="6" name="Picture 5" descr="chart_qwen3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409" y="1325880"/>
            <a:ext cx="1019842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A5A5A"/>
                </a:solidFill>
                <a:latin typeface="Noto Sans CJK KR"/>
              </a:rPr>
              <a:t>좌: 전체 통과율 · 우: 시나리오별 처리능력 (n=30 held-out)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히트맵</a:t>
            </a:r>
          </a:p>
        </p:txBody>
      </p:sp>
      <p:pic>
        <p:nvPicPr>
          <p:cNvPr id="6" name="Picture 5" descr="chart_scenario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724" y="1325880"/>
            <a:ext cx="6902071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37160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"instruct 모델 0%"는 추론 실패가 아니다 — 출력 스키마 미준수다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instruct는 tasks를 [{"id","text"}]가 아닌 ["문자열"] 형태로 출력해 파싱 전부 실패. 실제 추론은 합리적이었다 (체인 순서 [5,1,3,4,2]로 정확).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08960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06040"/>
                <a:gridCol w="45720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모델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통과율(n=30)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원인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Qwen3.5-4B instruct (no FT)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tasks를 문자열 배열로 출력 → 파싱 실패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Qwen3.5-4B-Base (no FT)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16.7%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시스템 프롬프트 스키마 예시를 더 충실히 모방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+ SFT v4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90.0%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정확한 JSON 스키마 + 채점 규칙 학습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1">
                <a:solidFill>
                  <a:srgbClr val="1F2D3D"/>
                </a:solidFill>
                <a:latin typeface="Noto Sans CJK KR"/>
              </a:rPr>
              <a:t>역설: base가 instruct보다 통과율이 높다 (2/6 vs 0/6) — RLHF instruct가 오히려 스키마를 '재해석'</a:t>
            </a:r>
          </a:p>
          <a:p>
            <a:pPr algn="ctr">
              <a:spcBef>
                <a:spcPts val="400"/>
              </a:spcBef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→ 파인튜닝은 '없는 추론 주입'이 아니라 '앱이 파싱할 정확한 출력 규격 고정'이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pic>
        <p:nvPicPr>
          <p:cNvPr id="6" name="Picture 5" descr="chart_violation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5925"/>
            <a:ext cx="6766560" cy="27862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06640" y="1371600"/>
            <a:ext cx="4343400" cy="457200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1508760"/>
            <a:ext cx="40233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C72B0"/>
                </a:solidFill>
                <a:latin typeface="Noto Sans CJK KR"/>
              </a:rPr>
              <a:t>의존성 체인 약점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SFT v4와 DPO v5가 체인 쿼리에서 글자 단위로 동일하게 실패</a:t>
            </a:r>
          </a:p>
          <a:p>
            <a:pPr algn="l" lvl="1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같은 priority_order [5,3,4,1,2], 같은 dependency=2 → 같은 위반 2건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D8452"/>
                </a:solidFill>
                <a:latin typeface="Noto Sans CJK KR"/>
              </a:rPr>
              <a:t>•  체인은 '선호 문제'가 아니라 '능력 부재'</a:t>
            </a:r>
          </a:p>
          <a:p>
            <a:pPr algn="l" lvl="1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DPO는 모델이 정답을 생성할 수 있는데 잘못 선택할 때만 효과적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reward_accuracy 98.9% → 이미 아는 것 재학습</a:t>
            </a:r>
          </a:p>
          <a:p>
            <a:pPr algn="l"/>
            <a:r>
              <a:rPr sz="1200" b="1" i="0">
                <a:solidFill>
                  <a:srgbClr val="55A868"/>
                </a:solidFill>
                <a:latin typeface="Noto Sans CJK KR"/>
              </a:rPr>
              <a:t>•  해결책: chain 특화 SFT 데이터 3× 증량 (선호학습 아님)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