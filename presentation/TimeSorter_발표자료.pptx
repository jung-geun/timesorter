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쌍 구성 (v5, 총 1,368쌍)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15968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onpolicy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모델이 실제 생성한 오답 (체인 154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refusal (거절 쌍)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비일정 입력 거절 학습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1,368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학습 여정의 두 점프</a:t>
            </a:r>
          </a:p>
        </p:txBody>
      </p:sp>
      <p:pic>
        <p:nvPicPr>
          <p:cNvPr id="6" name="Picture 5" descr="chart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15" y="1325880"/>
            <a:ext cx="750968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성능 점프는 모델 구조가 아니라 데이터 큐레이션(+20.6%p)과 모델 업그레이드(+12.7%p)에서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파인튜닝 단계별 통과율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4" y="1325880"/>
            <a:ext cx="749987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Noto Sans CJK KR"/>
              </a:rPr>
              <a:t>어댑터 없음 0% → Base 16.7% → SFT 90% → DPO 90% (held-out n=30)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— SFT vs DPO</a:t>
            </a:r>
          </a:p>
        </p:txBody>
      </p:sp>
      <p:pic>
        <p:nvPicPr>
          <p:cNvPr id="6" name="Picture 5" descr="chart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482" y="1325880"/>
            <a:ext cx="83425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대부분 시나리오 90~100% · 의존성 체인만 67%로 공통 막힘 (SFT·DPO 동일)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모델 크기 효과 — Qwen3.5 4B vs 9B</a:t>
            </a:r>
          </a:p>
        </p:txBody>
      </p:sp>
      <p:pic>
        <p:nvPicPr>
          <p:cNvPr id="6" name="Picture 5" descr="chart_4b_vs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83" y="1325880"/>
            <a:ext cx="10117074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9B(2.3× 크기, RTX 4090, n=150)은 리스크 80→95% 등 약점을 평준화하나, 의존성 체인은 57%로 여전히 최대 약점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→ 체인은 모델 크기가 아니라 SFT 데이터 보강이 필요한 문제 (4B n=30·9B n=150, 표본차 감안)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Qwen3.5-9B 4-way — 포맷 vs 추론 (n=30)</a:t>
            </a:r>
          </a:p>
        </p:txBody>
      </p:sp>
      <p:pic>
        <p:nvPicPr>
          <p:cNvPr id="6" name="Picture 5" descr="chart_9b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151" y="1325880"/>
            <a:ext cx="785693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9B도 4B와 동일 패턴 — no-adapter 스키마 0%지만 내용 46.7%(포맷만 미준수), SFT가 93.3%로 고정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SFT=DPO 완전 동일(체인 4/6 고착) — 9B에서도 DPO가 체인을 못 옮김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pic>
        <p:nvPicPr>
          <p:cNvPr id="6" name="Picture 5" descr="chart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36651"/>
            <a:ext cx="7315200" cy="39162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371600"/>
            <a:ext cx="3931920" cy="4572000"/>
          </a:xfrm>
          <a:prstGeom prst="rect">
            <a:avLst/>
          </a:prstGeom>
          <a:solidFill>
            <a:srgbClr val="F4F6F8"/>
          </a:solidFill>
          <a:ln w="1905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508760"/>
            <a:ext cx="3611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D8452"/>
                </a:solidFill>
                <a:latin typeface="Noto Sans CJK KR"/>
              </a:rPr>
              <a:t>"0%"의 진실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no-FT 모델은 tasks를 ["문자열"]로 출력해 파싱 실패 → 스키마 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하지만 priority_order·scores는 정상 → id 재구성 후 내용만 채점하면:</a:t>
            </a:r>
          </a:p>
          <a:p>
            <a:pPr algn="l" lvl="1">
              <a:spcAft>
                <a:spcPts val="2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instruct 0% → 내용 43.3%</a:t>
            </a:r>
          </a:p>
          <a:p>
            <a:pPr algn="l" lvl="1">
              <a:spcAft>
                <a:spcPts val="6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base 16.7% → 내용 40.0%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•  추론 능력의 40%+ 는 이미 있었다 — 파인튜닝이 그것을 앱 규격으로 고정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•  FT 모델은 스키마=내용 (갭 없음)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①-b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no-FT 모델의 숨은 추론 능력 — 시나리오별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2D3D"/>
                </a:solidFill>
                <a:latin typeface="Noto Sans CJK KR"/>
              </a:rPr>
              <a:t>Qwen3.5-4B instruct (어댑터 없음) — 스키마 기준 전부 0%지만, 내용만 보면: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74519"/>
          <a:ext cx="11292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377440"/>
                <a:gridCol w="425196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스키마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내용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해석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5/5 (100%)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상대 날짜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4/4 (100%)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당일 시각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 (33%)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순서 추론 약함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혼재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0/9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2/9 (22%)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일정 처리 약함 (진짜 약점)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 (0%)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체인 능력 부재 (전 모델 공통)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1772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3659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파인튜닝이 한 일 = 두 종류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① 포맷 고정 (즉효) — 리스크·상대날짜는 내용 이미 100%, SFT는 규격만 고정해 0→100%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•  ② 진짜 추론 보강 — 날짜혼재(22→89%)·당일시각(33→100%)은 SFT가 실제 추론을 가르침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23444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의존성 체인에서 SFT v4와 DPO v5가 글자 단위로 동일하게 실패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같은 priority_order [5,3,4,1,2], 같은 dependency=2 → 동일한 위반 2건. DPO가 체인을 전혀 안 옮겼다.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260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2103120"/>
                <a:gridCol w="210312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변화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날짜혼재·당일시각·상대날짜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89~100%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유지/소폭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 (불변)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2D3D"/>
                </a:solidFill>
                <a:latin typeface="Noto Sans CJK KR"/>
              </a:rPr>
              <a:t>왜 DPO가 체인을 못 고쳤나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DPO는 '모델이 정답을 생성할 수 있는데 잘못 선택'할 때만 효과적 — 체인은 4B 모델의 능력 부재라 선호학습으로 안 됨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reward_accuracy 98.9% → 이미 아는 것을 재학습한 셈 (가중치 변화 미미)</a:t>
            </a:r>
          </a:p>
          <a:p>
            <a:pPr algn="l"/>
            <a:r>
              <a:rPr sz="1250" b="1" i="0">
                <a:solidFill>
                  <a:srgbClr val="55A868"/>
                </a:solidFill>
                <a:latin typeface="Noto Sans CJK KR"/>
              </a:rPr>
              <a:t>•  해결책: 4–5단계 긴 체인 특화 SFT 데이터 3× 증량 (선호학습이 아닌 능력 보강)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